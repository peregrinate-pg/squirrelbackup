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efa531c664dc6" /><Relationship Type="http://schemas.openxmlformats.org/officeDocument/2006/relationships/extended-properties" Target="/docProps/app.xml" Id="Re936882dba4a417c" /><Relationship Type="http://schemas.openxmlformats.org/officeDocument/2006/relationships/officeDocument" Target="/ppt/presentation.xml" Id="R336784465f64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e3175539443c0"/>
  </p:sldMasterIdLst>
  <p:notesMasterIdLst>
    <p:notesMasterId xmlns:r="http://schemas.openxmlformats.org/officeDocument/2006/relationships" r:id="R40fad2e16b5a4e76"/>
  </p:notesMasterIdLst>
  <p:sldIdLst>
    <p:sldId xmlns:r="http://schemas.openxmlformats.org/officeDocument/2006/relationships" id="256" r:id="R9934fa7ec45e4ffa"/>
    <p:sldId xmlns:r="http://schemas.openxmlformats.org/officeDocument/2006/relationships" id="257" r:id="R6bcbe55fdd134f74"/>
    <p:sldId xmlns:r="http://schemas.openxmlformats.org/officeDocument/2006/relationships" id="258" r:id="Re0274eca43af4de8"/>
    <p:sldId xmlns:r="http://schemas.openxmlformats.org/officeDocument/2006/relationships" id="259" r:id="R7e037c5b7f8a4918"/>
    <p:sldId xmlns:r="http://schemas.openxmlformats.org/officeDocument/2006/relationships" id="260" r:id="Rd3d7944da0554c89"/>
    <p:sldId xmlns:r="http://schemas.openxmlformats.org/officeDocument/2006/relationships" id="261" r:id="Rd71169f35c2e4bb8"/>
    <p:sldId xmlns:r="http://schemas.openxmlformats.org/officeDocument/2006/relationships" id="262" r:id="R64cf4ec908e64a74"/>
    <p:sldId xmlns:r="http://schemas.openxmlformats.org/officeDocument/2006/relationships" id="263" r:id="Ra6bd5cfb442f4c67"/>
    <p:sldId xmlns:r="http://schemas.openxmlformats.org/officeDocument/2006/relationships" id="264" r:id="R6dae6644fdae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c8ce56afac4ccd" /><Relationship Type="http://schemas.openxmlformats.org/officeDocument/2006/relationships/slideMaster" Target="/ppt/slideMasters/slideMaster1.xml" Id="Rf1ce3175539443c0" /><Relationship Type="http://schemas.openxmlformats.org/officeDocument/2006/relationships/notesMaster" Target="/ppt/notesMasters/notesMaster1.xml" Id="R40fad2e16b5a4e76" /><Relationship Type="http://schemas.openxmlformats.org/officeDocument/2006/relationships/presProps" Target="/ppt/presProps.xml" Id="Re55a666623c0496e" /><Relationship Type="http://schemas.openxmlformats.org/officeDocument/2006/relationships/tableStyles" Target="/ppt/tableStyles.xml" Id="R9fd060ce1cbc407d" /><Relationship Type="http://schemas.openxmlformats.org/officeDocument/2006/relationships/slide" Target="/ppt/slides/slide1.xml" Id="R9934fa7ec45e4ffa" /><Relationship Type="http://schemas.openxmlformats.org/officeDocument/2006/relationships/slide" Target="/ppt/slides/slide2.xml" Id="R6bcbe55fdd134f74" /><Relationship Type="http://schemas.openxmlformats.org/officeDocument/2006/relationships/slide" Target="/ppt/slides/slide3.xml" Id="Re0274eca43af4de8" /><Relationship Type="http://schemas.openxmlformats.org/officeDocument/2006/relationships/slide" Target="/ppt/slides/slide4.xml" Id="R7e037c5b7f8a4918" /><Relationship Type="http://schemas.openxmlformats.org/officeDocument/2006/relationships/slide" Target="/ppt/slides/slide5.xml" Id="Rd3d7944da0554c89" /><Relationship Type="http://schemas.openxmlformats.org/officeDocument/2006/relationships/slide" Target="/ppt/slides/slide6.xml" Id="Rd71169f35c2e4bb8" /><Relationship Type="http://schemas.openxmlformats.org/officeDocument/2006/relationships/slide" Target="/ppt/slides/slide7.xml" Id="R64cf4ec908e64a74" /><Relationship Type="http://schemas.openxmlformats.org/officeDocument/2006/relationships/slide" Target="/ppt/slides/slide8.xml" Id="Ra6bd5cfb442f4c67" /><Relationship Type="http://schemas.openxmlformats.org/officeDocument/2006/relationships/slide" Target="/ppt/slides/slide9.xml" Id="R6dae6644fdae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3ae2cb509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109b734f642c1" /><Relationship Type="http://schemas.openxmlformats.org/officeDocument/2006/relationships/notesMaster" Target="/ppt/notesMasters/notesMaster1.xml" Id="Rcf6ba02de215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ae837ed4f04a3c" /><Relationship Type="http://schemas.openxmlformats.org/officeDocument/2006/relationships/notesMaster" Target="/ppt/notesMasters/notesMaster1.xml" Id="R72b668dae5f2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b8c161cec4577" /><Relationship Type="http://schemas.openxmlformats.org/officeDocument/2006/relationships/notesMaster" Target="/ppt/notesMasters/notesMaster1.xml" Id="Rf0acd76462b0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890a23b5d4740" /><Relationship Type="http://schemas.openxmlformats.org/officeDocument/2006/relationships/notesMaster" Target="/ppt/notesMasters/notesMaster1.xml" Id="R717df882b926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b6ee4ce20c41a1" /><Relationship Type="http://schemas.openxmlformats.org/officeDocument/2006/relationships/notesMaster" Target="/ppt/notesMasters/notesMaster1.xml" Id="Re2bdac7fec7b4d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c3731a4cf4025" /><Relationship Type="http://schemas.openxmlformats.org/officeDocument/2006/relationships/notesMaster" Target="/ppt/notesMasters/notesMaster1.xml" Id="R32b514f7c07b43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b9785834e48d8" /><Relationship Type="http://schemas.openxmlformats.org/officeDocument/2006/relationships/notesMaster" Target="/ppt/notesMasters/notesMaster1.xml" Id="R5037eba8344142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c3c7ab4e8c4178" /><Relationship Type="http://schemas.openxmlformats.org/officeDocument/2006/relationships/notesMaster" Target="/ppt/notesMasters/notesMaster1.xml" Id="R9b99da8d4300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2740ef29724817" /><Relationship Type="http://schemas.openxmlformats.org/officeDocument/2006/relationships/notesMaster" Target="/ppt/notesMasters/notesMaster1.xml" Id="Red25f8fd80fb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杨梦宇，约10秒。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我们第3组的项目是松鼠备份，用于本机目录的备份、验证和恢复。当前版本为0.2.0，使用C++核心与macOS原生界面。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备查说明（不朗读）：10秒。杨梦宇：我们第3组的项目是松鼠备份，目标是把本机目录保存成可验证、可安全恢复的归档。当前演示版本为0.2.0，使用C++核心与macOS原生界面。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杨梦宇，约20秒。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流程是把目录保存成单个归档，再恢复到新目录。程序保留软硬链接、FIFO和基础元数据，支持六类组合筛选、压缩及密码保护。自动任务能定时创建完整快照，也能在目录变化稳定后备份。已有目标不会被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20秒。杨梦宇：从一个目录生成单个备份文件，再恢复到新目录。可选六类筛选、压缩和密码保护。自动任务定时创建完整快照，也能轮询目录变化。已有备份与恢复目录不会被覆盖。截图来源：docs/screenshots/01-backup-completed.png，后台调用真实AppKit操作处理流程，未操作系统文件选择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杨梦宇，约25秒。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界面、命令行和调度器共用BackupService，扫描、归档、压缩和密码封装分开实现。开发环境是macOS、C++17和Apple Clang。Git保留真实版本历史，cpplint检查Google C++规范；修改后重新构建和测试。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25秒。杨梦宇：GUI和CLI都调用BackupService，调度器也复用它。扫描、归档格式、压缩、密码封装分开承担职责。Operation传入停止标志和进度回调，工作线程不直接修改AppKit控件。对应源码：include/squirrel/backup.h、src/service.cpp、src/scheduler.cpp、src/gui.mm；完整UML见docs/uml/SquirrelBackup.mdj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郭畅，约20秒。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归档采用自定义格式，逐项记录目录树。Huffman按一兆字节分块，压缩没有收益时保存原始块。加密部分调用系统密码库，项目负责封装、参数和边界检查。处理顺序是先压缩再加密，恢复时先认证再解密。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20秒。郭畅：SQBK是外层封装，SQTREE描述目录树。Huffman按1MiB分块处理，压缩没有收益就保存原始块，单符号和空块单独处理。密码保护使用系统库完成PBKDF2、AES和HMAC，项目实现封装与边界检查，不把系统密码算法说成自研。源码：src/archive.cpp、src/huffman.cpp、src/crypto.cpp；依赖声明：THIRD_PART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郭畅，约25秒。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恢复先验证备份，再写私有暂存目录，最后恢复元数据并发布新目录。错误密码、非法路径或取消都不能发布未完成结果。新版增加了分阶段取消和发布前源目录复查，能拒绝已检测到的变化，但它不能替代文件系统原子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25秒。郭畅：恢复先完成验证，再写私有暂存目录，恢复元数据后以不覆盖方式发布。错误密码、畸形路径和取消都应清理暂存，不留下貌似完成的目录。0.2.0增加阶段取消和发布前源目录复查；读取后的变化仍可能发生，所以它不等于文件系统原子快照。源码：src/service.cpp、src/archive.cpp、src/scanner.cpp；回归：tests/core_test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李想，约25秒。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97项命名自动测试通过，包含单元、命令行、异常输入和工作流回归；内存检查复测也通过。53项界面内部断言单独统计。新旧版本明文和加密的双向恢复已通过。20小时持续测试仍在运行，系统文件选择器还需人工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25秒。李想：97是命名自动测试用例数量，四层相加为97，Sanitizer重复执行不额外计数。GUI53项是内部断言，单独报告。新旧版本明文与加密的双向恢复共4种组合通过。20小时定时和watch联合测试尚在运行，最终数值以报告刷新为准；系统选择器仍需人工检查。来源：test-results/summary.json、gui-selftest.json、compatibility-020.json、sanitize-020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李想，约20秒。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三人主责分别是文件恢复、格式算法、界面任务，都配套测试、文档和演示，并轮流交叉复核。各模块实现与自动测试已经完成，本机人工验收和材料封版仍待完成；个人贡献按实际记录确认。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20秒。李想：按文件与恢复、格式与算法、界面与任务分配，每人30个相对工作量点，均承担代码、测试、文档与演示。这里是接手与复核安排，不把自动生成或自动执行内容写成个人已完成工作。实际贡献以三人确认和后续提交记录为准。来源：docs/07_三人分工与协作方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李想，约15秒。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10月29日完成恢复权限修复，以及取消、进度和回归测试。报告、模型和候选包已齐，接下来完成本机验收与封版，再按甘特图准备答辩。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15秒。李想：10月29日的Git记录显示，0.1.1修复恢复权限与变化检测，0.2.0加入取消和进度，并完成回归及离线候选验证。下方甘特图保留小组答辩准备计划；未来日期不作完成证据，也不要求程序等到计划末日才能交付。当前所有软件验收按成员要求在李想的Mac完成，桌面操作等成员通知。来源：git log中的dbde327、b2b5bb9及49300b7；课程第9讲38至40页；docs/planning/后续计划.csv。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杨梦宇，约20秒。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现场使用独立演示数据，依次展示加密备份、验证恢复、错误密码、任务保留与停止，并核对恢复结果。软件目前只提供本地完整备份，不支持网络、增量和后台常驻。下面进入实际操作。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查说明（不朗读）：20秒。杨梦宇：现场从准备好的独立数据目录开始，展示备份、验证、恢复和原文件哈希比对，再展示错误密码与任务保留、停止。不会使用个人真实文件。PPT讲解控制3分钟，现场操作7分钟，提交视频不超过2分钟。程序尚不支持网络、增量、系统守护与重启续跑。截图来源：docs/screenshots/03-restored.png，真实应用离屏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c9925388e46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6f795020247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acdcded5b48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d742c393c4c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17fa4c23e4d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dbc8025a945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26818F-C69C-4BC9-ACCA-749043A7A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886069-913B-4D64-9FCB-F9BD3B1EF2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C24CEE-1B52-44D5-B1EC-A3AB883BE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A84AB-B896-4CD4-9F4A-0D9552F17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3E4C8F-B6AB-4A23-BCFA-E681D84CA7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992988-3CBF-4620-AABD-03A90EFF3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234D69-7B3C-4111-93FB-A21563C85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8E98DA-01CA-48E8-9442-E108282C6E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F259C-FFB6-4E02-AE91-6100F582B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5CA157-0010-41A3-AC0A-D6C28345B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27ff8b12a4d82" /><Relationship Type="http://schemas.openxmlformats.org/officeDocument/2006/relationships/slideLayout" Target="/ppt/slideLayouts/slideLayout1.xml" Id="R07294045baf7404b" /><Relationship Type="http://schemas.openxmlformats.org/officeDocument/2006/relationships/slideLayout" Target="/ppt/slideLayouts/slideLayout2.xml" Id="Rc6256dc1313f446d" /><Relationship Type="http://schemas.openxmlformats.org/officeDocument/2006/relationships/slideLayout" Target="/ppt/slideLayouts/slideLayout3.xml" Id="R59f12e4dd6504697" /><Relationship Type="http://schemas.openxmlformats.org/officeDocument/2006/relationships/slideLayout" Target="/ppt/slideLayouts/slideLayout4.xml" Id="R47856ac2ce904467" /><Relationship Type="http://schemas.openxmlformats.org/officeDocument/2006/relationships/slideLayout" Target="/ppt/slideLayouts/slideLayout5.xml" Id="R5f5cd482cdbc4011" /><Relationship Type="http://schemas.openxmlformats.org/officeDocument/2006/relationships/slideLayout" Target="/ppt/slideLayouts/slideLayout6.xml" Id="Rbc62af210edd4c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294045baf7404b"/>
    <p:sldLayoutId xmlns:r="http://schemas.openxmlformats.org/officeDocument/2006/relationships" id="2147483650" r:id="Rc6256dc1313f446d"/>
    <p:sldLayoutId xmlns:r="http://schemas.openxmlformats.org/officeDocument/2006/relationships" id="2147483651" r:id="R59f12e4dd6504697"/>
    <p:sldLayoutId xmlns:r="http://schemas.openxmlformats.org/officeDocument/2006/relationships" id="2147483652" r:id="R47856ac2ce904467"/>
    <p:sldLayoutId xmlns:r="http://schemas.openxmlformats.org/officeDocument/2006/relationships" id="2147483653" r:id="R5f5cd482cdbc4011"/>
    <p:sldLayoutId xmlns:r="http://schemas.openxmlformats.org/officeDocument/2006/relationships" id="2147483654" r:id="Rbc62af210edd4c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514595db24140" /><Relationship Type="http://schemas.openxmlformats.org/officeDocument/2006/relationships/notesSlide" Target="/ppt/notesSlides/notesSlide1.xml" Id="Rd3906c9680cc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dbe9744024da1" /><Relationship Type="http://schemas.openxmlformats.org/officeDocument/2006/relationships/image" Target="/ppt/media/image.png" Id="R9988b481930a4e76" /><Relationship Type="http://schemas.openxmlformats.org/officeDocument/2006/relationships/notesSlide" Target="/ppt/notesSlides/notesSlide2.xml" Id="R3dbe8ecc72d4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5a038d4054793" /><Relationship Type="http://schemas.openxmlformats.org/officeDocument/2006/relationships/notesSlide" Target="/ppt/notesSlides/notesSlide3.xml" Id="Raa31bf69920347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68ddef17c4625" /><Relationship Type="http://schemas.openxmlformats.org/officeDocument/2006/relationships/notesSlide" Target="/ppt/notesSlides/notesSlide4.xml" Id="Raf2fba6ae37a45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7a1efa70c48dd" /><Relationship Type="http://schemas.openxmlformats.org/officeDocument/2006/relationships/notesSlide" Target="/ppt/notesSlides/notesSlide5.xml" Id="R36b7be00bd03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cbe657d6f4059" /><Relationship Type="http://schemas.openxmlformats.org/officeDocument/2006/relationships/notesSlide" Target="/ppt/notesSlides/notesSlide6.xml" Id="R84b6d80845f44e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c4a08d8dc4be2" /><Relationship Type="http://schemas.openxmlformats.org/officeDocument/2006/relationships/notesSlide" Target="/ppt/notesSlides/notesSlide7.xml" Id="R634356a6bb1a42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8b927c5b94def" /><Relationship Type="http://schemas.openxmlformats.org/officeDocument/2006/relationships/notesSlide" Target="/ppt/notesSlides/notesSlide8.xml" Id="R2c947166802b48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0608362054530" /><Relationship Type="http://schemas.openxmlformats.org/officeDocument/2006/relationships/image" Target="/ppt/media/image2.png" Id="R11aa106d56b048fe" /><Relationship Type="http://schemas.openxmlformats.org/officeDocument/2006/relationships/notesSlide" Target="/ppt/notesSlides/notesSlide9.xml" Id="Ra8087f20604149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5F22-CB5C-47D1-A56C-7F4776C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松鼠备份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6151A-8DA7-407C-835C-8716274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B7C9C5"/>
                </a:solidFill>
                <a:latin typeface="PingFang SC"/>
                <a:ea typeface="PingFang SC"/>
                <a:cs typeface="PingFang SC"/>
              </a:rPr>
              <a:t>Squirrel Backup  0.2.0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88269-ECD3-42FA-B946-FFF20C8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4B29B"/>
                </a:solidFill>
                <a:latin typeface="PingFang SC"/>
                <a:ea typeface="PingFang SC"/>
                <a:cs typeface="PingFang SC"/>
              </a:rPr>
              <a:t>软件开发综合实验 · 第3组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B578A-7E18-46AF-B942-50B09E0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杨梦宇  2023150901002  组长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郭畅     2023040904017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李想     2023150901012</a:t>
            </a:r>
          </a:p>
        </p:txBody>
      </p:sp>
    </p:spTree>
    <p:extLst>
      <p:ext uri="{BB962C8B-B14F-4D97-AF65-F5344CB8AC3E}">
        <p14:creationId xmlns:p14="http://schemas.microsoft.com/office/powerpoint/2010/main" val="484604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79534-9592-4AD1-89FD-CBB7BB26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本地目录备份与恢复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CCA19-E6E7-40A5-B697-427B62BC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D7C8D-2367-4114-9EC0-60EDB4C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目录 → 归档 → 新目录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E4A42-03CC-48F9-B1F4-D8E675C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保留软硬链接、FIFO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以及基础文件元数据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1B2E4-C563-4BAA-A2DE-EB9DFA5A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路径、类型、名称、时间、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大小、UID组合筛选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BE32C-A930-45A5-993F-7A91EE9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定时快照与目录变化检测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按任务保留最近N份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55994-7A32-4F6E-85D4-E17F2F791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b481930a4e76"/>
          <a:stretch xmlns:a="http://schemas.openxmlformats.org/drawingml/2006/main"/>
        </p:blipFill>
        <p:spPr>
          <a:xfrm xmlns:a="http://schemas.openxmlformats.org/drawingml/2006/main">
            <a:off x="5524500" y="1963870"/>
            <a:ext cx="5972175" cy="4368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37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28880-CF47-4D07-95F2-EB663CC333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10525" y="3171825"/>
            <a:ext cx="93345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09012-4836-45BA-9E3F-DB25C5DB43A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201275" y="35528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B87C6-744D-472C-B213-7A00C24421F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010525" y="3052763"/>
            <a:ext cx="93345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1B5F8-9A27-48E1-8F0C-96B0E2BC156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010525" y="1819275"/>
            <a:ext cx="9334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3860E-B8DD-4E05-AA98-2B449A049F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048000" y="3171825"/>
            <a:ext cx="9334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43BD-3F32-49AE-8F4B-E3850B5433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38475"/>
            <a:ext cx="9334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08D5-1F25-4E46-944A-4E839363304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1962150"/>
            <a:ext cx="93345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73808-BC95-44E6-AC1E-7C66A622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共享核心与模块职责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853C9-328D-475E-A969-1A68A6AC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E69E2-ABD0-4300-A17C-C5E23D9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Cocoa GUI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1CC6F-093A-4F8F-8AB7-8FF82FA0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31159-AE54-44EB-8633-92FCB13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324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Scheduler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定时 / 轮询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0E894-BA50-4541-B73D-D24E90E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40290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B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BackupService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backup / inspect / 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7D189-D61F-4937-A422-D8DC366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19225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FileScanner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扫描与筛选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90E18-90A6-4946-AB1E-78986B65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52700"/>
            <a:ext cx="25146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ArchiveWriter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ArchiveReader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D5D6-5BD1-4EE5-A6EF-A77B9506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8620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HuffmanCodec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分块压缩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85C5B-6C6B-4CF4-8944-F0770D72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CryptoEnvelope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摘要 / 认证加密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98935-88A7-477F-891A-D2ED307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67225"/>
            <a:ext cx="4352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86B6C"/>
                </a:solidFill>
                <a:latin typeface="PingFang SC"/>
                <a:ea typeface="PingFang SC"/>
                <a:cs typeface="PingFang SC"/>
              </a:rPr>
              <a:t>Operation：协作取消与阶段进度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046BD-8D8C-4E25-A7DB-A199BAE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C++17 · macOS 13.0 arm64 · Apple Clang 14.0.3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4F906-E145-4FA2-AE62-50DD4789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57925"/>
            <a:ext cx="1023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Git：main分支与真实提交历史 · cpplint：Google C++规范</a:t>
            </a:r>
          </a:p>
        </p:txBody>
      </p:sp>
    </p:spTree>
    <p:extLst>
      <p:ext uri="{BB962C8B-B14F-4D97-AF65-F5344CB8AC3E}">
        <p14:creationId xmlns:p14="http://schemas.microsoft.com/office/powerpoint/2010/main" val="418436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0DF0B-CB53-402E-9BDB-51682E1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归档格式与算法选择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3D0E-239C-4A13-98C2-675279A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5707E-3B91-4AAD-8D9D-12BE69E1CBC0}"/>
              </a:ext>
            </a:extLst>
          </p:cNvPr>
          <p:cNvGraphicFramePr/>
          <p:nvPr/>
        </p:nvGraphicFramePr>
        <p:xfrm>
          <a:off xmlns:a="http://schemas.openxmlformats.org/drawingml/2006/main" x="619125" y="1514475"/>
          <a:ext xmlns:a="http://schemas.openxmlformats.org/drawingml/2006/main" cx="10906125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5810250"/>
                <a:gridCol w="304800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文件树归档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自定义SQBK / SQTREE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明确长度、类型与结束标志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项目实现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Huffman压缩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MiB分块；收益不足回退原始块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项目实现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密码封装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PBKDF2 + AES-256-CBC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HMAC-SHA256认证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CommonCrypto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5903A-DBD7-4A27-8944-E8AF7DA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先压缩，再加密；恢复时先认证，再解密</a:t>
            </a:r>
          </a:p>
        </p:txBody>
      </p:sp>
    </p:spTree>
    <p:extLst>
      <p:ext uri="{BB962C8B-B14F-4D97-AF65-F5344CB8AC3E}">
        <p14:creationId xmlns:p14="http://schemas.microsoft.com/office/powerpoint/2010/main" val="1101486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1D710-F6E4-4695-9A69-57323B618A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39175" y="25479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4D213-C197-4BB8-9101-F597BFCE0BF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48350" y="25479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D3B17-1CB4-4296-9796-4BF01A69C2F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57525" y="25479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6C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DF708-E23C-41A6-B586-2A2A5A7A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安全恢复与停止操作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B2187-E39E-4055-9CB4-8B68B00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C8A82-A879-4051-88F3-897BF2F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恢复路径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5DE08-2494-4A31-83EB-6D47BE8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428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认证与校验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9ABD2-4CCF-4163-9C8D-0582BE7C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24075"/>
            <a:ext cx="2428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私有目录解包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6ED52-6B4F-4F36-A53E-B9C826F0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428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恢复元数据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64314-2AE6-4C77-A851-3130E0B2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2428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B"/>
          </a:solidFill>
          <a:ln xmlns:a="http://schemas.openxmlformats.org/drawingml/2006/main" w="14288">
            <a:solidFill>
              <a:srgbClr val="386B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不覆盖发布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B4B35-8335-485A-9B10-92045C70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386B6C"/>
                </a:solidFill>
                <a:latin typeface="PingFang SC"/>
                <a:ea typeface="PingFang SC"/>
                <a:cs typeface="PingFang SC"/>
              </a:rPr>
              <a:t>失败或取消：清理暂存，保留原备份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A44EB-EA8B-43E6-8862-940F31E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B8C2C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D0C23-996B-4953-A02A-A3B02A4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停止检查进入扫描、分块读写、元数据与发布前阶段。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备份发布前重新扫描，发现源目录变化则拒绝发布。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862E9-95C9-487C-9F3B-E89FBDE1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能力边界：不提供多文件事务快照或断电持久性保证</a:t>
            </a:r>
          </a:p>
        </p:txBody>
      </p:sp>
    </p:spTree>
    <p:extLst>
      <p:ext uri="{BB962C8B-B14F-4D97-AF65-F5344CB8AC3E}">
        <p14:creationId xmlns:p14="http://schemas.microsoft.com/office/powerpoint/2010/main" val="349563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9AD23-AD28-475E-AD51-CA346ED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当前版本测试结果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BD129-B046-4224-9BC8-63350D71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699CC-1FD9-4249-ACB0-7E1893D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619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6375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97 / 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F8F23-09E6-41AA-9379-1F6E889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717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命名自动测试通过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26079-3C9D-4283-9EAA-3591381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957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ASan / UBSan复测通过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旧版与新版双向恢复：4种组合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0B4C0-7543-4D44-BEB7-7BCD1786CC1A}"/>
              </a:ext>
            </a:extLst>
          </p:cNvPr>
          <p:cNvGraphicFramePr/>
          <p:nvPr/>
        </p:nvGraphicFramePr>
        <p:xfrm>
          <a:off xmlns:a="http://schemas.openxmlformats.org/drawingml/2006/main" x="5753100" y="1543050"/>
          <a:ext xmlns:a="http://schemas.openxmlformats.org/drawingml/2006/main" cx="5810250" cy="2962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333500"/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测试层次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单元测试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CLI集成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异常归档与并发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工作流回归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62F9E-8CF4-4A61-9FD0-E62941E6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530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另有53项GUI内部断言；系统文件选择器仍待人工验收。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7CDDB-96E8-42DA-8356-58F2A18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5787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20小时持续测试正在运行，未记为通过。</a:t>
            </a:r>
          </a:p>
        </p:txBody>
      </p:sp>
    </p:spTree>
    <p:extLst>
      <p:ext uri="{BB962C8B-B14F-4D97-AF65-F5344CB8AC3E}">
        <p14:creationId xmlns:p14="http://schemas.microsoft.com/office/powerpoint/2010/main" val="633093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C5DC6-2F17-4D64-A2CD-DFCB165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三人职责与复核安排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B82E5-8DB4-4DAC-A495-4303EFB8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D1F35-8EE3-49E6-BB7D-7261971F139A}"/>
              </a:ext>
            </a:extLst>
          </p:cNvPr>
          <p:cNvGraphicFramePr/>
          <p:nvPr/>
        </p:nvGraphicFramePr>
        <p:xfrm>
          <a:off xmlns:a="http://schemas.openxmlformats.org/drawingml/2006/main" x="619125" y="1495425"/>
          <a:ext xmlns:a="http://schemas.openxmlformats.org/drawingml/2006/main" cx="10906125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381625"/>
                <a:gridCol w="3571875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主责模块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配套工作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T w="7620">
                      <a:solidFill>
                        <a:srgbClr val="B8C2C1"/>
                      </a:solidFill>
                    </a:lnT>
                    <a:lnB w="7620">
                      <a:solidFill>
                        <a:srgbClr val="B8C2C1"/>
                      </a:solidFill>
                    </a:lnB>
                    <a:solidFill>
                      <a:srgbClr val="222D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杨梦宇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扫描、筛选、安全恢复、CLI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需求与用例、文件测试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郭畅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归档、Huffman、密码封装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设计与类图、算法测试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李想</a:t>
                      </a:r>
                    </a:p>
                  </a:txBody>
                  <a:tcPr marL="133350" marR="133350" marT="95250" marB="95250" anchor="ctr">
                    <a:lnL w="7620">
                      <a:solidFill>
                        <a:srgbClr val="B8C2C1"/>
                      </a:solidFill>
                    </a:lnL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GUI、自动任务、构建发布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22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测试汇总、动态建模</a:t>
                      </a:r>
                    </a:p>
                  </a:txBody>
                  <a:tcPr marL="133350" marR="133350" marT="95250" marB="95250" anchor="ctr">
                    <a:lnR w="7620">
                      <a:solidFill>
                        <a:srgbClr val="B8C2C1"/>
                      </a:solidFill>
                    </a:lnR>
                    <a:lnB w="7620">
                      <a:solidFill>
                        <a:srgbClr val="B8C2C1"/>
                      </a:solidFill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F7581-B835-4AB0-9500-278EFD0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实现与自动测试已完成；本机验收和材料封版待完成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CACE6-83B4-46DF-8356-B182301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交叉复核：杨梦宇 → 郭畅 → 李想 → 杨梦宇</a:t>
            </a:r>
          </a:p>
        </p:txBody>
      </p:sp>
    </p:spTree>
    <p:extLst>
      <p:ext uri="{BB962C8B-B14F-4D97-AF65-F5344CB8AC3E}">
        <p14:creationId xmlns:p14="http://schemas.microsoft.com/office/powerpoint/2010/main" val="1360271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3F2D5-6A97-455A-B9C2-DFCC167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项目进展与后续安排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BA707-8E1E-4705-82E4-28ADD778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F8C1-2994-4A07-B8F6-16090B6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10/29：0.1.0基线 → 0.1.1恢复修复 → 0.2.0取消与进度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621B1-5B3D-4CD5-A9A8-AEC24C2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81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97项回归通过；报告、UML、视频和离线候选包已形成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0F1C2-FD0E-4066-B389-53867398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03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后续答辩准备计划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756C3-F498-4DD5-95BB-8EB7604A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10/29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E88F-902E-4AFD-9E6F-743CF66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9A33-A242-4794-BD9A-57FC03E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11/1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3172C-32A8-493B-A0E2-0DCB9D01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9E77C-4063-4BD4-AE3C-214E740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11/6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6C62D-F23C-490A-88B8-68A4059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AF57-4D0E-429E-9DF7-39ADC7D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11/10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13213-AA43-450B-9A30-12F6A178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F7463-4C30-423C-A724-957551BD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11/15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1AAFA-6B93-4F93-BD40-D8DDC23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3CB11-C20F-4890-BBE8-214DAB9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400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11/18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B4836-D420-44CF-962C-C0F3638D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857500"/>
            <a:ext cx="0" cy="2733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2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2E71-E4C6-4687-8F99-D39F785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90850"/>
            <a:ext cx="2695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接手与复现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48B38-C0A9-4F6A-A8F3-F2DF001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6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CCEFF-3132-4ECD-996F-D45FC32E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2695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界面与边界验收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06A8F-5486-4B69-A515-2512F155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6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174BD-481E-4ABC-B360-066FE93C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00500"/>
            <a:ext cx="2695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文档与模型复核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24A6D-B0E2-4A3C-A7C4-CCB04EF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48125"/>
            <a:ext cx="1438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6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E0E76-75DC-452B-BBBF-137707F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05325"/>
            <a:ext cx="2695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演示与答辩排练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3AD9-AF5E-4A28-8EEC-42EA46C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6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0B52C-1FDE-4165-AADD-E269A68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2695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最终检查与提交准备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4D64A-BE25-4225-A880-E675861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577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6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3A649-EA01-49CF-975D-658D9CA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AC4B30"/>
                </a:solidFill>
                <a:latin typeface="PingFang SC"/>
                <a:ea typeface="PingFang SC"/>
                <a:cs typeface="PingFang SC"/>
              </a:rPr>
              <a:t>2026年11月18日上午答辩；当日23:59前提交成电慕课</a:t>
            </a:r>
          </a:p>
        </p:txBody>
      </p:sp>
    </p:spTree>
    <p:extLst>
      <p:ext uri="{BB962C8B-B14F-4D97-AF65-F5344CB8AC3E}">
        <p14:creationId xmlns:p14="http://schemas.microsoft.com/office/powerpoint/2010/main" val="1282381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BE09-BDF8-4A97-87CD-0408027D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现场演示：验证后恢复到新目录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39729-02BA-4B42-8E11-E40E906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4DB18-1250-443E-9F7E-208BE6854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a106d56b048fe"/>
          <a:stretch xmlns:a="http://schemas.openxmlformats.org/drawingml/2006/main"/>
        </p:blipFill>
        <p:spPr>
          <a:xfrm xmlns:a="http://schemas.openxmlformats.org/drawingml/2006/main">
            <a:off x="609600" y="1534892"/>
            <a:ext cx="6962775" cy="509314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C0712-0E88-4281-AC6A-D3DDE0D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24025"/>
            <a:ext cx="37147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1  创建加密备份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2  验证并恢复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3  检查错误密码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22D32"/>
                </a:solidFill>
                <a:latin typeface="PingFang SC"/>
                <a:ea typeface="PingFang SC"/>
                <a:cs typeface="PingFang SC"/>
              </a:rPr>
              <a:t>4  展示任务保留与停止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BF1D1-38B7-45FC-A9BD-009E13BF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53075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本地完整备份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274"/>
                </a:solidFill>
                <a:latin typeface="PingFang SC"/>
                <a:ea typeface="PingFang SC"/>
                <a:cs typeface="PingFang SC"/>
              </a:rPr>
              <a:t>暂不支持网络、增量与后台常驻</a:t>
            </a:r>
          </a:p>
        </p:txBody>
      </p:sp>
    </p:spTree>
    <p:extLst>
      <p:ext uri="{BB962C8B-B14F-4D97-AF65-F5344CB8AC3E}">
        <p14:creationId xmlns:p14="http://schemas.microsoft.com/office/powerpoint/2010/main" val="453698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2026-10-29T09:52:50.3100000Z</dcterms:created>
  <dcterms:modified xsi:type="dcterms:W3CDTF">2026-10-29T09:52:50.3100000Z</dcterms:modified>
</coreProperties>
</file>